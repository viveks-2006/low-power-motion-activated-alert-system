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74320"/>
            <a:ext cx="73152" cy="73152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8600"/>
            <a:ext cx="2286000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8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🏆 HARDWARE HACKATHON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</a:rPr>
              <a:t>SAPTHAGIRI NPS UNIVERSITY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Low Power Motion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CD4"/>
                </a:solidFill>
              </a:rPr>
              <a:t>Activated Alert Circuit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Smart Motion-Activated Power Management System with Blynk IoT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Thejas B C  |  Sachit N Mandre  |  Vivek S  |  Hemanth H  |  Shivkumar 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Section 4ECE03  •  Raspberry Pi Pico 2W  •  MicroPython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4343400"/>
            <a:ext cx="11887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343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PIR Sensor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4343400"/>
            <a:ext cx="11887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343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Blynk IoT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11887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343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ACS712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4343400"/>
            <a:ext cx="11887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343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ZMPT101B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4343400"/>
            <a:ext cx="11887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343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LCD 16x2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▶  Lights left ON unnecessarily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▶  Energy wasted in empty rooms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▶  No remote monitoring capability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▶  Manual switches are inefficient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85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▶  No energy usage tracking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OUR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✔  PIR motion detection auto ON/OFF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258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✔  Real-time IoT dashboard via Blynk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✔  Live voltage &amp; current 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2095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✔  Manual override with push button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685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✔  Energy (Wh) tracking &amp; alerts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</a:rPr>
              <a:t>Raspberry Pi Pico 2W  •  MicroPython  •  Blynk IoT Cloud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29000" y="1645920"/>
            <a:ext cx="228600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RPi Pico 2W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PIR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HC-SR501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600200"/>
            <a:ext cx="123444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Push Button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697480"/>
            <a:ext cx="123444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38328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ACS712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Current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794760"/>
            <a:ext cx="123444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18872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Relay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2-Channel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600200"/>
            <a:ext cx="123444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228600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LCD 16x2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I2C Display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2697480"/>
            <a:ext cx="123444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3383280"/>
            <a:ext cx="18288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ZMPT101B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Voltage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3794760"/>
            <a:ext cx="123444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🔔 Buzzer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926080"/>
            <a:ext cx="0" cy="27432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4114800"/>
            <a:ext cx="219456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4114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☁️ Blynk IoT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WiFi 2.4GHz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114800"/>
            <a:ext cx="0" cy="274320"/>
          </a:xfrm>
          <a:prstGeom prst="line">
            <a:avLst/>
          </a:prstGeom>
          <a:noFill/>
          <a:ln w="12700">
            <a:solidFill>
              <a:srgbClr val="00BCD4"/>
            </a:solidFill>
            <a:prstDash val="dot"/>
          </a:ln>
        </p:spPr>
      </p:sp>
      <p:sp>
        <p:nvSpPr>
          <p:cNvPr id="31" name="Text 29"/>
          <p:cNvSpPr/>
          <p:nvPr/>
        </p:nvSpPr>
        <p:spPr>
          <a:xfrm>
            <a:off x="365760" y="822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INPUTS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822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A047"/>
                </a:solidFill>
              </a:rPr>
              <a:t>OUTPUTS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HARDWARE PIN CONNECTIONS  —  Raspberry Pi Pico 2W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374904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1554480"/>
                <a:gridCol w="1371600"/>
                <a:gridCol w="640080"/>
                <a:gridCol w="1554480"/>
              </a:tblGrid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Connects 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Connects 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PIR HC-SR501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VBUS (Pin 40)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Relay 2-Ch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IN1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GP14 (Pin 19)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PIR HC-SR501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Relay 2-Ch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IN2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GP13 (Pin 17)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PIR HC-SR501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GP15 (Pin 20)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Relay 2-Ch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VBUS (Pin 40)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LCD 16x2 I2C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3.3V (Pin 36)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Buzzer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GP16 (Pin 21)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LCD 16x2 I2C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GP0 (Pin 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Buzzer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LCD 16x2 I2C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SCL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 (Pin 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Button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Leg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GP18 (Pin 24)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ACS712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3.3V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Button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Leg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ACS712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ZMPT101B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3.3V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ACS712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GP26 (ADC0, Pin 31)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ZMPT101B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ZMPT101B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GP27 (ADC1, Pin 32)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8920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897B"/>
                </a:solidFill>
              </a:rPr>
              <a:t>Relay CH1 NO+COM → Bulb Circuit (AC Load)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CIRCUIT CONNECTION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1828800"/>
            <a:ext cx="2194560" cy="2560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828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RASPBERRY 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PICO 2W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0440" y="2834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CCFF"/>
                </a:solidFill>
              </a:rPr>
              <a:t>GP15 →PIR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520440" y="3108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CCFF"/>
                </a:solidFill>
              </a:rPr>
              <a:t>GP26 →ACS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20440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CCFF"/>
                </a:solidFill>
              </a:rPr>
              <a:t>GP27 →ZMPT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20440" y="3657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CCFF"/>
                </a:solidFill>
              </a:rPr>
              <a:t>3.3V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4340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FFCC"/>
                </a:solidFill>
              </a:rPr>
              <a:t>GP14→ Relay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43400" y="3108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FFCC"/>
                </a:solidFill>
              </a:rPr>
              <a:t>GP16→ Buzzer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4340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FFCC"/>
                </a:solidFill>
              </a:rPr>
              <a:t>GP18→ Button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4340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FFCC"/>
                </a:solidFill>
              </a:rPr>
              <a:t>GP0/1→ LCD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0" y="2011680"/>
            <a:ext cx="18288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📡 WiFi 2.4GHz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280160"/>
            <a:ext cx="14630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2801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HC-SR501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737360"/>
            <a:ext cx="18288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560320"/>
            <a:ext cx="14630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LCD 16x2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I2C 0x27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0" y="3017520"/>
            <a:ext cx="18288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657600"/>
            <a:ext cx="1463040" cy="731520"/>
          </a:xfrm>
          <a:prstGeom prst="rect">
            <a:avLst/>
          </a:prstGeom>
          <a:solidFill>
            <a:srgbClr val="16203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657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Button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GP18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4023360"/>
            <a:ext cx="182880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280160"/>
            <a:ext cx="164592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280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ACS712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Current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1737360"/>
            <a:ext cx="146304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560320"/>
            <a:ext cx="164592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ZMPT101B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Voltage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3017520"/>
            <a:ext cx="1463040" cy="0"/>
          </a:xfrm>
          <a:prstGeom prst="line">
            <a:avLst/>
          </a:prstGeom>
          <a:noFill/>
          <a:ln w="12700">
            <a:solidFill>
              <a:srgbClr val="E91E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3657600"/>
            <a:ext cx="164592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657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Relay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Bulb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4114800"/>
            <a:ext cx="146304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572000"/>
            <a:ext cx="9144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Buzzer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GP16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4572000"/>
            <a:ext cx="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4663440"/>
            <a:ext cx="201168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☁️ Blynk Cloud  V0-V5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4389120"/>
            <a:ext cx="0" cy="274320"/>
          </a:xfrm>
          <a:prstGeom prst="line">
            <a:avLst/>
          </a:prstGeom>
          <a:noFill/>
          <a:ln w="12700">
            <a:solidFill>
              <a:srgbClr val="00BCD4"/>
            </a:solidFill>
            <a:prstDash val="dot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&amp; FUNCTIONALITY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🚶  Motion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HC-SR501 PIR with 10-sample debounce for reliable detection. Confirmed trigger needs 5/10 high reads.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Auto Power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Relay cuts power after 30s of no motion. Active-low relay logic ensures fail-safe OFF state.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97280"/>
            <a:ext cx="274320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Energy 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Real-time V, I, W and Wh tracking. ZMPT101B for AC voltage, ACS712 for current with noise offset.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17520"/>
            <a:ext cx="2743200" cy="4114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Blynk IoT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4747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 virtual pins (V0–V5) pushed every 5s. Motion alerts and bulb status visible on mobile app.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🔘  Manual Override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Button toggles auto/manual mode. Manual mode bypasses PIR — user controls the bulb directly.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17520"/>
            <a:ext cx="2743200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LCD Status Display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747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16x2 I2C LCD shows live V, A, W, Wh. Scrolling status messages on motion and bulb events.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Timeout: 30s  •  Cooldown: 8s  •  Blynk update: every 5s  •  ADC samples: 200 per reading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BLYNK IoT INTEGRATION  —  Virtual Pin Mapping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V0 — Voltage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Volts (V)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  V1 — Current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Amperes (A)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V2 — Power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Watts (W)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265176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V3 — Energy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Wh (cumulative)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26080"/>
            <a:ext cx="2651760" cy="411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🚶  V4 — Motion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0 = None / 1 = Detected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111E3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926080"/>
            <a:ext cx="2651760" cy="4114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🔮  V5 — Bulb State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Unit: 0 = OFF / 1 = 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Pushed every 5 seconds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via batch/update API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8909C"/>
                </a:solidFill>
              </a:rPr>
              <a:t>Free tier — /notify endpoint suppressed (ECONNRESET expected)  |  Batch update: blynk.cloud/external/api/batch/update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PROGRAM FLOW  —  State Machine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START 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LCD Init → WiFi Connect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PIR Warmup (5s)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201168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972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WAIT STATE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Light Sleep (100ms)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Listen: PIR + Button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97280"/>
            <a:ext cx="20116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0972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MOTION / BUTTON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Confirmed Trigger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Bulb ON + Beep×2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2377440"/>
            <a:ext cx="2011680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3774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MONITOR LOOP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Read V, I, 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Update LCD + Blynk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3474720"/>
            <a:ext cx="2194560" cy="1005840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PIR ACTIVE?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If YES → reset timer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Needs 2 consec reads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3474720"/>
            <a:ext cx="2194560" cy="1005840"/>
          </a:xfrm>
          <a:prstGeom prst="rect">
            <a:avLst/>
          </a:prstGeom>
          <a:solidFill>
            <a:srgbClr val="E91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TIMEOUT 30s?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Auto Mode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Turn Bulb OFF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2194560" cy="10058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BUTTON PRESS?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Toggle ON/OFF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Cooldown: 8s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1600200"/>
            <a:ext cx="54864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600200"/>
            <a:ext cx="54864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2103120"/>
            <a:ext cx="0" cy="27432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971800"/>
            <a:ext cx="0" cy="50292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977640"/>
            <a:ext cx="36576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977640"/>
            <a:ext cx="-4572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</a:rPr>
              <a:t>Energy tracked per session (Wh) → added to total_energy on each loop iteration (watts/3600)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ACHIEVEMENTS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111E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CD4"/>
                </a:solidFill>
              </a:rPr>
              <a:t>30s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Auto-Off Timeout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Configurable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111E3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</a:rPr>
              <a:t>200×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ADC Samples / Reading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For noise reduction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1371600"/>
          </a:xfrm>
          <a:prstGeom prst="rect">
            <a:avLst/>
          </a:prstGeom>
          <a:solidFill>
            <a:srgbClr val="111E3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</a:rPr>
              <a:t>5s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Blynk Update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Real-time IoT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1371600"/>
          </a:xfrm>
          <a:prstGeom prst="rect">
            <a:avLst/>
          </a:prstGeom>
          <a:solidFill>
            <a:srgbClr val="111E3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05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3A047"/>
                </a:solidFill>
              </a:rPr>
              <a:t>6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5800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Virtual Pin Channels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V0 through V5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8595360" cy="2194560"/>
          </a:xfrm>
          <a:prstGeom prst="rect">
            <a:avLst/>
          </a:prstGeom>
          <a:solidFill>
            <a:srgbClr val="111E30"/>
          </a:solidFill>
          <a:ln w="12700">
            <a:solidFill>
              <a:srgbClr val="22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✅ Key Accomplishments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Stable WiFi reconnect with ensure_wifi() fallback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Noise offset calibration for ACS712 (~4.5A bias removed)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ZMPT101B calibration constant (775) for accurate AC voltage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Light sleep (machine.lightsleep) for low power wait state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⚙️ Technical Specs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Platform: Raspberry Pi Pico 2W, MicroPython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Power: VBUS (5V) + 3.3V for sensors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LCD: I2C 0x27, 4-bit mode, 16×2 display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Network: Blynk Cloud API (batch update)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WiFi: ASSESSMENT_SNPSU  •  Language: MicroPython  •  IDE: Thonny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2834640"/>
          </a:xfrm>
          <a:prstGeom prst="rect">
            <a:avLst/>
          </a:prstGeom>
          <a:solidFill>
            <a:srgbClr val="111E3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📌 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Fully functional IoT-enabled smart lighting system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Real-time monitoring via Blynk mobile app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Accurate power measurement with calibrated sensors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Auto &amp; manual modes for flexible operation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Low power design using light sleep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023360" cy="2834640"/>
          </a:xfrm>
          <a:prstGeom prst="rect">
            <a:avLst/>
          </a:prstGeom>
          <a:solidFill>
            <a:srgbClr val="111E3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🚀 Future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OLED display for richer UI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Multiple zones / multi-relay control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Data logging to SD card or cloud DB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AI-based occupancy prediction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Voice assistant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</a:rPr>
              <a:t>Thank You!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Thejas B C  •  Sachit N Mandre  •  Vivek S  •  Hemanth H  •  Shivkumar A  |  4ECE03  •  Sapthagiri NPS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Power Motion Activated Alert Circuit</dc:title>
  <dc:subject>PptxGenJS Presentation</dc:subject>
  <dc:creator>PptxGenJS</dc:creator>
  <cp:lastModifiedBy>PptxGenJS</cp:lastModifiedBy>
  <cp:revision>1</cp:revision>
  <dcterms:created xsi:type="dcterms:W3CDTF">2026-05-30T09:06:31Z</dcterms:created>
  <dcterms:modified xsi:type="dcterms:W3CDTF">2026-05-30T09:06:31Z</dcterms:modified>
</cp:coreProperties>
</file>